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90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621804"/>
            <a:ext cx="8290661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spcAft>
                <a:spcPts val="2000"/>
              </a:spcAft>
              <a:buNone/>
            </a:pPr>
            <a:r>
              <a:rPr lang="en-US" sz="5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Kiro</a:t>
            </a:r>
            <a:endParaRPr lang="en-US" sz="5600" dirty="0"/>
          </a:p>
          <a:p>
            <a:pPr marL="0" indent="0" algn="ctr">
              <a:lnSpc>
                <a:spcPts val="6720"/>
              </a:lnSpc>
              <a:spcAft>
                <a:spcPts val="2000"/>
              </a:spcAft>
              <a:buNone/>
            </a:pPr>
            <a:r>
              <a:rPr lang="en-US" sz="5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 Generator Challenge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26669" y="3435846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Development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6669" y="422642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 Generate. Quack.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30226"/>
            <a:ext cx="8128099" cy="958751"/>
          </a:xfrm>
          <a:prstGeom prst="roundRect">
            <a:avLst>
              <a:gd name="adj" fmla="val 105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330226"/>
            <a:ext cx="0" cy="9587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6075" y="1520726"/>
            <a:ext cx="78534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075" y="1831777"/>
            <a:ext cx="7853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 minutes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2415927"/>
            <a:ext cx="8128099" cy="958751"/>
          </a:xfrm>
          <a:prstGeom prst="roundRect">
            <a:avLst>
              <a:gd name="adj" fmla="val 105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415927"/>
            <a:ext cx="0" cy="9587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6075" y="2606427"/>
            <a:ext cx="78534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6075" y="2917478"/>
            <a:ext cx="7853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200 - Beginner Friendly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950" y="3501628"/>
            <a:ext cx="8128099" cy="958751"/>
          </a:xfrm>
          <a:prstGeom prst="roundRect">
            <a:avLst>
              <a:gd name="adj" fmla="val 105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3501628"/>
            <a:ext cx="0" cy="95875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6075" y="3692128"/>
            <a:ext cx="78534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6075" y="4003179"/>
            <a:ext cx="7853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duck image generator using Amazon Bedrock Nova Canvas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85875"/>
          </a:xfrm>
          <a:prstGeom prst="line">
            <a:avLst/>
          </a:prstGeom>
          <a:noFill/>
          <a:ln w="952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81000"/>
            <a:ext cx="819350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7950" y="1666875"/>
            <a:ext cx="39510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181225"/>
            <a:ext cx="3873550" cy="182805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3.9+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browser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installed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and uvx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0" y="1666875"/>
            <a:ext cx="39510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62500" y="2181225"/>
            <a:ext cx="3873550" cy="182805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IDE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access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MCP servers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backend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fallback duck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18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Amazon Bedrock Charges?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419076"/>
            <a:ext cx="7874198" cy="2859584"/>
          </a:xfrm>
          <a:prstGeom prst="roundRect">
            <a:avLst>
              <a:gd name="adj" fmla="val 3553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3001" y="1419076"/>
            <a:ext cx="0" cy="2859584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5002" y="1672977"/>
            <a:ext cx="74360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Sample Duck Images Included!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5002" y="2120652"/>
            <a:ext cx="743600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want to incur Amazon Bedrock charges? No problem!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002" y="2552254"/>
            <a:ext cx="7436001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API automatically uses </a:t>
            </a: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pre-generated fallback duck images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generation fails or if you prefer not to use Bedrock.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002" y="3288506"/>
            <a:ext cx="7436001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still complete the entire challenge and build a working duck generator without any AWS costs.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Get the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482626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GitHub Repository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2035076"/>
            <a:ext cx="7874198" cy="1041350"/>
          </a:xfrm>
          <a:prstGeom prst="roundRect">
            <a:avLst>
              <a:gd name="adj" fmla="val 9757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251" y="2263676"/>
            <a:ext cx="74618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 to your machine: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251" y="2628751"/>
            <a:ext cx="74618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https://github.com/aws-banjo/riv25_duck_game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901" y="3228826"/>
            <a:ext cx="7874198" cy="1041350"/>
          </a:xfrm>
          <a:prstGeom prst="roundRect">
            <a:avLst>
              <a:gd name="adj" fmla="val 9757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251" y="3457426"/>
            <a:ext cx="74618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and open README: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251" y="3822502"/>
            <a:ext cx="74618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E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riv25_duck_game &amp;&amp; cat README.md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7326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987326"/>
          </a:xfrm>
          <a:prstGeom prst="line">
            <a:avLst/>
          </a:prstGeom>
          <a:noFill/>
          <a:ln w="95250">
            <a:solidFill>
              <a:srgbClr val="18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279350"/>
            <a:ext cx="81935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Connect MCP Servers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368326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MCP Servers to Kiro 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1854101"/>
            <a:ext cx="7874198" cy="808881"/>
          </a:xfrm>
          <a:prstGeom prst="roundRect">
            <a:avLst>
              <a:gd name="adj" fmla="val 125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1854101"/>
            <a:ext cx="0" cy="80888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5676" y="1981051"/>
            <a:ext cx="75686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5676" y="2295376"/>
            <a:ext cx="7568678" cy="240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.kiro/settings/mcp.json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repo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01" y="2764482"/>
            <a:ext cx="7874198" cy="799356"/>
          </a:xfrm>
          <a:prstGeom prst="roundRect">
            <a:avLst>
              <a:gd name="adj" fmla="val 127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8713" y="2764482"/>
            <a:ext cx="0" cy="799356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5676" y="2891433"/>
            <a:ext cx="75686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5676" y="3205758"/>
            <a:ext cx="756867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MCP server configurations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901" y="3665339"/>
            <a:ext cx="7874198" cy="799356"/>
          </a:xfrm>
          <a:prstGeom prst="roundRect">
            <a:avLst>
              <a:gd name="adj" fmla="val 127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8713" y="3665339"/>
            <a:ext cx="0" cy="799356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5676" y="3792289"/>
            <a:ext cx="75686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676" y="4106614"/>
            <a:ext cx="756867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them to your Kiro IDE settings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18902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18902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253901"/>
            <a:ext cx="819350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Pre-Configured MCP Servers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200" y="764977"/>
            <a:ext cx="81935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.kiro/settings/mcp.json in the repo to add these to your Kiro 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71302"/>
            <a:ext cx="2912418" cy="981373"/>
          </a:xfrm>
          <a:prstGeom prst="roundRect">
            <a:avLst>
              <a:gd name="adj" fmla="val 77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390352"/>
            <a:ext cx="2912418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0350" y="1561802"/>
            <a:ext cx="2659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Canvas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350" y="1834753"/>
            <a:ext cx="265977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duck images with Amazon Bedrock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72768" y="1371302"/>
            <a:ext cx="2912418" cy="981373"/>
          </a:xfrm>
          <a:prstGeom prst="roundRect">
            <a:avLst>
              <a:gd name="adj" fmla="val 77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572768" y="1390352"/>
            <a:ext cx="2912418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25168" y="1561802"/>
            <a:ext cx="2659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Docs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5168" y="1834753"/>
            <a:ext cx="26597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AWS documentation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2505075"/>
            <a:ext cx="2912418" cy="798612"/>
          </a:xfrm>
          <a:prstGeom prst="roundRect">
            <a:avLst>
              <a:gd name="adj" fmla="val 95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7950" y="2524125"/>
            <a:ext cx="2912418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350" y="2695575"/>
            <a:ext cx="2659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MCP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350" y="2968526"/>
            <a:ext cx="26597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React components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2768" y="2505075"/>
            <a:ext cx="2912418" cy="798612"/>
          </a:xfrm>
          <a:prstGeom prst="roundRect">
            <a:avLst>
              <a:gd name="adj" fmla="val 95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72768" y="2524125"/>
            <a:ext cx="2912418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25168" y="2695575"/>
            <a:ext cx="2659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Doc 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25168" y="2968526"/>
            <a:ext cx="26597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documentation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950" y="3456087"/>
            <a:ext cx="2912418" cy="798612"/>
          </a:xfrm>
          <a:prstGeom prst="roundRect">
            <a:avLst>
              <a:gd name="adj" fmla="val 95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950" y="3475137"/>
            <a:ext cx="2912418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0350" y="3646587"/>
            <a:ext cx="2659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Strands Agents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350" y="3919537"/>
            <a:ext cx="26597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72768" y="3456087"/>
            <a:ext cx="2912418" cy="798612"/>
          </a:xfrm>
          <a:prstGeom prst="roundRect">
            <a:avLst>
              <a:gd name="adj" fmla="val 95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572768" y="3475137"/>
            <a:ext cx="2912418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25168" y="3646587"/>
            <a:ext cx="2659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DevTools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25168" y="3919537"/>
            <a:ext cx="26597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automation and testing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85875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81000"/>
            <a:ext cx="819350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Simple Tasks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7950" y="1603325"/>
            <a:ext cx="1841599" cy="213955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627138"/>
            <a:ext cx="184159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851" y="1904851"/>
            <a:ext cx="13604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1851" y="2473077"/>
            <a:ext cx="136047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Backend &amp; Test MCP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51" y="3288953"/>
            <a:ext cx="13604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3450" y="1603325"/>
            <a:ext cx="1841599" cy="213955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03450" y="1627138"/>
            <a:ext cx="184159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57351" y="1904851"/>
            <a:ext cx="13604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57351" y="2473077"/>
            <a:ext cx="136047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Coding Standards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57351" y="3288953"/>
            <a:ext cx="13604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8950" y="1603325"/>
            <a:ext cx="1841599" cy="213955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8950" y="1627138"/>
            <a:ext cx="184159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2851" y="1904851"/>
            <a:ext cx="13604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52851" y="2473077"/>
            <a:ext cx="13604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Duck Generator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52851" y="3050828"/>
            <a:ext cx="13604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94450" y="1603325"/>
            <a:ext cx="1841599" cy="2139553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94450" y="1627138"/>
            <a:ext cx="1841599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8351" y="1904851"/>
            <a:ext cx="13604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8351" y="2473077"/>
            <a:ext cx="13604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DevTools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351" y="3050828"/>
            <a:ext cx="13604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18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Start Backend &amp; Test MCP (5 min)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41907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904851"/>
            <a:ext cx="3555950" cy="10031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backend server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MCP servers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test duck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44901" y="1419076"/>
            <a:ext cx="42749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44901" y="1904851"/>
            <a:ext cx="4191149" cy="902940"/>
          </a:xfrm>
          <a:prstGeom prst="roundRect">
            <a:avLst>
              <a:gd name="adj" fmla="val 843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5401" y="2095351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1: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5401" y="2368302"/>
            <a:ext cx="388635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MCP servers are available?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44901" y="2960191"/>
            <a:ext cx="4191149" cy="1151930"/>
          </a:xfrm>
          <a:prstGeom prst="roundRect">
            <a:avLst>
              <a:gd name="adj" fmla="val 6615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35401" y="3150691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2: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5401" y="3423642"/>
            <a:ext cx="3886352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Nova Canvas MCP to generate a test duck image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18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Create Coding Standards (5 min)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41907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904851"/>
            <a:ext cx="3555950" cy="13713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steering document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naming rules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error handling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duck theme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44901" y="1419076"/>
            <a:ext cx="42749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44901" y="1904851"/>
            <a:ext cx="4191149" cy="1400919"/>
          </a:xfrm>
          <a:prstGeom prst="roundRect">
            <a:avLst>
              <a:gd name="adj" fmla="val 543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5401" y="2095351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5401" y="2368302"/>
            <a:ext cx="3886352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steering doc with duck-themed coding standards including naming conventions and error handling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18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Build Duck Generator (10 min)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41907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Build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904851"/>
            <a:ext cx="3555950" cy="173950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field for description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button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state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display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44901" y="1419076"/>
            <a:ext cx="42749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Spec Mode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44901" y="1904851"/>
            <a:ext cx="4191149" cy="1467594"/>
          </a:xfrm>
          <a:prstGeom prst="roundRect">
            <a:avLst>
              <a:gd name="adj" fmla="val 5192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68713" y="1904851"/>
            <a:ext cx="0" cy="1467594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3026" y="2095351"/>
            <a:ext cx="38377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3026" y="2434977"/>
            <a:ext cx="3837774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specifications instead of code. Kiro IDE uses AI to implement your features based on your specs.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01626"/>
          </a:xfrm>
          <a:prstGeom prst="line">
            <a:avLst/>
          </a:prstGeom>
          <a:noFill/>
          <a:ln w="952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Spec Mode?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355527"/>
            <a:ext cx="8031682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</a:t>
            </a: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guidance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what you want to build. Kiro automatically generates detailed requirements, design, and tasks.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2218730"/>
            <a:ext cx="7874198" cy="2349103"/>
          </a:xfrm>
          <a:prstGeom prst="roundRect">
            <a:avLst>
              <a:gd name="adj" fmla="val 43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2218730"/>
            <a:ext cx="0" cy="2349103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1126" y="2447330"/>
            <a:ext cx="7516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1126" y="2866430"/>
            <a:ext cx="7516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 write a spec describing your feature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1126" y="3234630"/>
            <a:ext cx="7516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Kiro generates requirements document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1126" y="3602831"/>
            <a:ext cx="7516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Kiro generates design document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1126" y="3971032"/>
            <a:ext cx="7516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5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Kiro generates tasks to implement it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68351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568351"/>
          </a:xfrm>
          <a:prstGeom prst="line">
            <a:avLst/>
          </a:prstGeom>
          <a:noFill/>
          <a:ln w="9525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4: Test with Chrome DevTools (5 min)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885801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371576"/>
            <a:ext cx="3555950" cy="13713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DevTools MCP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testing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functionality</a:t>
            </a:r>
            <a:endParaRPr lang="en-US" sz="1500" dirty="0"/>
          </a:p>
          <a:p>
            <a:pPr marL="127000" indent="-12700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final duck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44901" y="1885801"/>
            <a:ext cx="42749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44901" y="2371576"/>
            <a:ext cx="4191149" cy="1400919"/>
          </a:xfrm>
          <a:prstGeom prst="roundRect">
            <a:avLst>
              <a:gd name="adj" fmla="val 543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35401" y="2562076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5401" y="2835027"/>
            <a:ext cx="3886352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Chrome DevTools MCP to test the duck generator by entering a description and clicking generate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85875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285875"/>
          </a:xfrm>
          <a:prstGeom prst="line">
            <a:avLst/>
          </a:prstGeom>
          <a:noFill/>
          <a:ln w="95250">
            <a:solidFill>
              <a:srgbClr val="18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200" y="381000"/>
            <a:ext cx="819350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901" y="1666875"/>
            <a:ext cx="38215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2152650"/>
            <a:ext cx="3746599" cy="110713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exactly what you want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clear, simple language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complex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0" y="1666875"/>
            <a:ext cx="38215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62500" y="2152650"/>
            <a:ext cx="3746599" cy="110713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different duck descriptions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Kiro for suggestions</a:t>
            </a:r>
            <a:endParaRPr lang="en-US" sz="1600" dirty="0"/>
          </a:p>
          <a:p>
            <a:pPr marL="127000" indent="-127000" algn="l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fun with it!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1111" y="1319213"/>
            <a:ext cx="522177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961111" y="2277963"/>
            <a:ext cx="52217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 Quacktastic!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61111" y="3011388"/>
            <a:ext cx="5221778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Kiro IDE and begin your journey</a:t>
            </a:r>
            <a:endParaRPr lang="en-US" sz="20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AI-powered development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Macintosh PowerPoint</Application>
  <PresentationFormat>On-screen Show (16:9)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Kiro Duck Generator Challenge</dc:title>
  <dc:subject>PptxGenJS Presentation</dc:subject>
  <dc:creator>Kiro Challenge Team</dc:creator>
  <cp:lastModifiedBy>Obayomi, Banjo</cp:lastModifiedBy>
  <cp:revision>2</cp:revision>
  <dcterms:created xsi:type="dcterms:W3CDTF">2025-11-25T19:07:20Z</dcterms:created>
  <dcterms:modified xsi:type="dcterms:W3CDTF">2025-11-25T19:09:15Z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2025-11-25T19:09:15Z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92233f63-1849-4001-ad19-aea3c0435b3e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